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5486400" cy="5029200"/>
          </a:xfrm>
          <a:prstGeom prst="rect">
            <a:avLst/>
          </a:prstGeom>
          <a:solidFill>
            <a:srgbClr val="002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2011680" cy="502920"/>
          </a:xfrm>
          <a:prstGeom prst="ellipse">
            <a:avLst/>
          </a:prstGeom>
          <a:solidFill>
            <a:srgbClr val="004028"/>
          </a:solidFill>
          <a:ln w="19050">
            <a:solidFill>
              <a:srgbClr val="00C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97F"/>
                </a:solidFill>
              </a:rPr>
              <a:t>💊 HEALTHCARE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Medi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C97F"/>
                </a:solidFill>
              </a:rPr>
              <a:t>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Medicine When You Need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BED0"/>
                </a:solidFill>
              </a:rPr>
              <a:t>Not When It's Convenient.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0"/>
                </a:solidFill>
              </a:rPr>
              <a:t>India's first hyperlocal medicine delivery platform
connecting patients with local pharmacies in under 10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1554480" cy="777240"/>
          </a:xfrm>
          <a:prstGeom prst="rect">
            <a:avLst/>
          </a:prstGeom>
          <a:solidFill>
            <a:srgbClr val="13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7F"/>
                </a:solidFill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0"/>
                </a:solidFill>
              </a:rPr>
              <a:t>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5029200"/>
            <a:ext cx="1554480" cy="777240"/>
          </a:xfrm>
          <a:prstGeom prst="rect">
            <a:avLst/>
          </a:prstGeom>
          <a:solidFill>
            <a:srgbClr val="13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504748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7F"/>
                </a:solidFill>
              </a:rPr>
              <a:t>2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376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0"/>
                </a:solidFill>
              </a:rPr>
              <a:t>Radius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5029200"/>
            <a:ext cx="1554480" cy="777240"/>
          </a:xfrm>
          <a:prstGeom prst="rect">
            <a:avLst/>
          </a:prstGeom>
          <a:solidFill>
            <a:srgbClr val="13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504748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7F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76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0"/>
                </a:solidFill>
              </a:rPr>
              <a:t>Third Parties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029200"/>
            <a:ext cx="1554480" cy="777240"/>
          </a:xfrm>
          <a:prstGeom prst="rect">
            <a:avLst/>
          </a:prstGeom>
          <a:solidFill>
            <a:srgbClr val="13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04748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7F"/>
                </a:solidFill>
              </a:rPr>
              <a:t>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76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D0"/>
                </a:solidFill>
              </a:rPr>
              <a:t>Always First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57200"/>
            <a:ext cx="4114800" cy="594360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00C97F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926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Fast. Local. Trusted.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4747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D0"/>
                </a:solidFill>
              </a:rPr>
              <a:t>Delivering medicine from your
nearest local pharmacy
in minutes — not hours.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C5C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What's Broken in
Healthcare Delivery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57784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4864" cy="1920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019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Big Apps Take All Profits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Swiggy, PharmEasy &amp; others charge heavy commissions from pharmacies, leaving local shops struggling to survive.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57784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" cy="1920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019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Slow Delivery Times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2860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Centralized warehouses mean medicine takes hours to arrive. In emergencies, every minute counts.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557784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4864" cy="1920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Local Shops Are Ignored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8055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Thousands of local pharmacies with ready stock are bypassed by big delivery apps. They lose customers daily.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57784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4864" cy="1920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09651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Price Transparency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48055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Patients have no way to compare prices across nearby pharmacies, often overpaying for common medicines.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Introducing MediFast —
The Local Pharmacy Super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56616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Smart Medicine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Patient searches medicine → App instantly checks which nearby pharmacy has it in real-time stock.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56616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KM Hyperlocal Radius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14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Only shows pharmacies within 2 km. Maximum speed, minimum wait. Built for instant delivery.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56616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Direct Pharmacy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514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No third-party riders. Pharmacist delivers directly — cutting costs and delivery time in half.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356616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206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Price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09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Compare prices across multiple nearby pharmacies. Choose the best deal every single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02336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4023360"/>
            <a:ext cx="356616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206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Prescription Upload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709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Upload Rx as photo or PDF. Verified by pharmacist before dispensing. Safe &amp; compliant.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02336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023360"/>
            <a:ext cx="356616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206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Emergency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709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One tap notifies ALL nearby pharmacies instantly for urgent medicine needs. Life-saving feature.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Medicine at Your Door in 4 Simple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06040" cy="47548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0604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402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Search Medicine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D0"/>
                </a:solidFill>
              </a:rPr>
              <a:t>Type any medicine name. App checks live inventory of all nearby pharmacies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7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606040" cy="47548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371600"/>
            <a:ext cx="260604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4028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31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546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Pick Best 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7033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D0"/>
                </a:solidFill>
              </a:rPr>
              <a:t>See pharmacies within 2 km with prices, discounts &amp; delivery time. Choose wisely.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7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371600"/>
            <a:ext cx="2606040" cy="47548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402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31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1546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Order &amp; 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7033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D0"/>
                </a:solidFill>
              </a:rPr>
              <a:t>Place order securely. Pay online or cash on delivery. Upload prescription if needed.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97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1371600"/>
            <a:ext cx="2606040" cy="47548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1371600"/>
            <a:ext cx="260604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4028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331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1546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Delivered in 10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033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D0"/>
                </a:solidFill>
              </a:rPr>
              <a:t>Pharmacist dispatches immediately. Track live on map. Medicine at your door fast.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F"/>
                </a:solidFill>
              </a:rP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Built for Everyone in 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51206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🧑‍⚕️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Get medicine in 10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Compare prices nearby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Upload prescription easily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Track order live on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Book lab tests &amp; doctors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Emergency medicine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371600"/>
            <a:ext cx="3566160" cy="51206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371600"/>
            <a:ext cx="3566160" cy="54864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508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Local Pharmacies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926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Get more customers 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383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Manage inventory digitally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840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Accept orders via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297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Zero commission to big 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Real-time stock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212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Sales reports &amp; 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371600"/>
            <a:ext cx="3566160" cy="51206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356616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5087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Healthcare Partners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926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Labs — accept test bookings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83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Doctors — manage appointments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840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Blood Banks — update inventory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297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Hospitals — connect patients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Insurance — reach more people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212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0"/>
                </a:solidFill>
              </a:rPr>
              <a:t>✓  All in one platform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F"/>
                </a:solidFill>
              </a:rPr>
              <a:t>PLATFORM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One App. All Healthcare.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0"/>
                </a:solidFill>
              </a:rPr>
              <a:t>MediFast is not just a medicine delivery app — it's a complete healthcare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606040" cy="20116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Medicine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</a:rPr>
              <a:t>10-min delivery from local pharmacies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45920"/>
            <a:ext cx="2606040" cy="20116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Lab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80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</a:rPr>
              <a:t>Book pathology tests at nearby labs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45920"/>
            <a:ext cx="2606040" cy="20116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Blood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80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</a:rPr>
              <a:t>Real-time blood availability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645920"/>
            <a:ext cx="2606040" cy="20116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👨‍⚕️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Doctor Consult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880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</a:rPr>
              <a:t>Book appointments with nearby doctors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2606040" cy="20116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Hospital Connect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66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</a:rPr>
              <a:t>Connect with nearby hospitals instantly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931920"/>
            <a:ext cx="2606040" cy="20116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114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166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</a:rPr>
              <a:t>Link insurance for seamless claims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931920"/>
            <a:ext cx="2606040" cy="20116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114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Vaccination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166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</a:rPr>
              <a:t>Find &amp; book vaccination slots nearby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931920"/>
            <a:ext cx="2606040" cy="201168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114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54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Wellness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5166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D0"/>
                </a:solidFill>
              </a:rPr>
              <a:t>Health tips, reminders &amp; care plans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F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Built on Powerful,
Scalable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4864" cy="1920240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762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/ 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Fast, responsive web &amp; mobile UI for patients and pharmacies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3736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737360"/>
            <a:ext cx="54864" cy="1920240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F"/>
                </a:solidFill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1762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Firebase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51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Real-time data sync, authentication &amp; secure storage by Google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737360"/>
            <a:ext cx="54864" cy="1920240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F"/>
                </a:solidFill>
              </a:rPr>
              <a:t>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1762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Google Maps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651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Live location, 2km radius search &amp; real-time delivery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31920"/>
            <a:ext cx="54864" cy="1920240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09651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F"/>
                </a:solidFill>
              </a:rPr>
              <a:t>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37083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Razorpay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46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Secure Indian payment gateway — UPI, cards, net banking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93192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931920"/>
            <a:ext cx="54864" cy="1920240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114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09651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F"/>
                </a:solidFill>
              </a:rPr>
              <a:t>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37083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Firebase FCM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846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Instant push notifications for orders, alerts &amp; updates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931920"/>
            <a:ext cx="3566160" cy="19202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931920"/>
            <a:ext cx="54864" cy="1920240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114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09651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F"/>
                </a:solidFill>
              </a:rPr>
              <a:t>HOSTING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37083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Pages / Vercel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4846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Free, fast &amp; reliable global hosting for the web 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MediFast Makes 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0" cy="219456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Monthly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7F"/>
                </a:solidFill>
              </a:rPr>
              <a:t>₹299 – ₹999/month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Pharmacy pays a small monthly fee to be listed &amp; receive orders on MediFast.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486400" cy="219456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486400" cy="54864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 Order Commission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DA6FF"/>
                </a:solidFill>
              </a:rPr>
              <a:t>2% – 5% per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Small commission per completed order. Only pay when you earn — fair for 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5486400" cy="219456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48640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Premium Listing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₹1,999/month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Pharmacies pay to appear at the top of search results &amp; get featured placement.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931920"/>
            <a:ext cx="5486400" cy="219456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931920"/>
            <a:ext cx="5486400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Healthcare Partners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C5C"/>
                </a:solidFill>
              </a:rPr>
              <a:t>Custom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983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0"/>
                </a:solidFill>
              </a:rPr>
              <a:t>Labs, hospitals &amp; doctors pay to list their services on the MediFast platform.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Building MediFast — Phase by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06040" cy="51206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06040" cy="54864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508760"/>
            <a:ext cx="2423160" cy="320040"/>
          </a:xfrm>
          <a:prstGeom prst="ellipse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97F"/>
                </a:solidFill>
              </a:rPr>
              <a:t>✅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</a:rPr>
              <a:t>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Landing Page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Patient Search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51376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Login &amp; Signup (Firebase)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Basic UI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371600"/>
            <a:ext cx="2606040" cy="51206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371600"/>
            <a:ext cx="2606040" cy="54864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91840" y="1508760"/>
            <a:ext cx="2423160" cy="320040"/>
          </a:xfrm>
          <a:prstGeom prst="ellipse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52704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DA6FF"/>
                </a:solidFill>
              </a:rPr>
              <a:t>🔧 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9659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3774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</a:rPr>
              <a:t>Weeks 5-8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8346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Pharmacy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4930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Admin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51376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Order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809744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Real Firebase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371600"/>
            <a:ext cx="2606040" cy="51206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0" y="1508760"/>
            <a:ext cx="2423160" cy="320040"/>
          </a:xfrm>
          <a:prstGeom prst="ellipse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52704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</a:rPr>
              <a:t>⏳ PLANNED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19659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3774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</a:rPr>
              <a:t>Weeks 9-12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8346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Google Maps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4930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Live Order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151376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Razorpay Payments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809744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Push Notifications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1371600"/>
            <a:ext cx="2606040" cy="5120640"/>
          </a:xfrm>
          <a:prstGeom prst="rect">
            <a:avLst/>
          </a:prstGeom>
          <a:solidFill>
            <a:srgbClr val="131F33"/>
          </a:solidFill>
          <a:ln w="12700">
            <a:solidFill>
              <a:srgbClr val="1E2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1371600"/>
            <a:ext cx="2606040" cy="54864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0" y="1508760"/>
            <a:ext cx="2423160" cy="320040"/>
          </a:xfrm>
          <a:prstGeom prst="ellipse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152704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7AFF"/>
                </a:solidFill>
              </a:rPr>
              <a:t>🚀 LAUNCH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19659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23774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</a:rPr>
              <a:t>Weeks 13-16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28346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Lab &amp; Blood Bank Module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4930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Doctor Appointments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151376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AI Prescription Scanning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809744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0"/>
                </a:solidFill>
              </a:rPr>
              <a:t>→  Full City Launch!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6400800" cy="5029200"/>
          </a:xfrm>
          <a:prstGeom prst="rect">
            <a:avLst/>
          </a:prstGeom>
          <a:solidFill>
            <a:srgbClr val="002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97F"/>
                </a:solidFill>
              </a:rPr>
              <a:t>OUR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Every Indian deserves medicine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97F"/>
                </a:solidFill>
              </a:rPr>
              <a:t>in 10 minutes or 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D0"/>
                </a:solidFill>
              </a:rPr>
              <a:t>MediFast is not just an app — it's a movement to save local pharmacies,
empower communities, and make healthcare accessible to every Indian.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4297680"/>
            <a:ext cx="2194560" cy="502920"/>
          </a:xfrm>
          <a:prstGeom prst="ellipse">
            <a:avLst/>
          </a:prstGeom>
          <a:solidFill>
            <a:srgbClr val="00301E"/>
          </a:solidFill>
          <a:ln w="12700">
            <a:solidFill>
              <a:srgbClr val="00C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7F"/>
                </a:solidFill>
              </a:rPr>
              <a:t>⚡ Fast  10 min delivery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4297680"/>
            <a:ext cx="2194560" cy="502920"/>
          </a:xfrm>
          <a:prstGeom prst="ellipse">
            <a:avLst/>
          </a:prstGeom>
          <a:solidFill>
            <a:srgbClr val="00301E"/>
          </a:solidFill>
          <a:ln w="12700">
            <a:solidFill>
              <a:srgbClr val="00C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7F"/>
                </a:solidFill>
              </a:rPr>
              <a:t>❤️ Local  Support local shops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4297680"/>
            <a:ext cx="2194560" cy="502920"/>
          </a:xfrm>
          <a:prstGeom prst="ellipse">
            <a:avLst/>
          </a:prstGeom>
          <a:solidFill>
            <a:srgbClr val="00301E"/>
          </a:solidFill>
          <a:ln w="12700">
            <a:solidFill>
              <a:srgbClr val="00C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7F"/>
                </a:solidFill>
              </a:rPr>
              <a:t>🛡️ Trusted  Safe &amp;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0"/>
                </a:solidFill>
              </a:rPr>
              <a:t>Built with ❤️ for India  |  MediFast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